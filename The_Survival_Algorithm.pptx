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1417320"/>
            <a:ext cx="2286000" cy="228600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011680"/>
            <a:ext cx="109728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71600"/>
            <a:ext cx="82296" cy="1920240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CODE-BATTLE PLATFORM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691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 Arena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77240" y="2743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Survival Algorithm — Dilemme du Prisonnier Itéré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Inspiré des tournois d'Axelrod  ·  C# &amp; Python  ·  Solo + Multijoueur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 Moustapha  ·  Juillet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47472"/>
            <a:ext cx="7479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concept en une diapo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Programme ta stratégie, entre dans l'arène, affronte tous les algorithmes. »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25420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965960"/>
            <a:ext cx="82296" cy="2331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71016" y="2221992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459736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326440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Coder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40080" y="365760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 ta stratégie en C# ou Python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00984" y="1965960"/>
            <a:ext cx="25420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00984" y="1965960"/>
            <a:ext cx="82296" cy="2331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114800" y="2221992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2459736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38144" y="326440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Combattre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3483864" y="365760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contre tous les algorithmes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44768" y="1965960"/>
            <a:ext cx="25420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44768" y="1965960"/>
            <a:ext cx="82296" cy="23317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58584" y="2221992"/>
            <a:ext cx="914400" cy="91440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2459736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81928" y="326440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Visualiser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327648" y="365760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tour par tour, scores cumulés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Arena · The Survival Algorithm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47472"/>
            <a:ext cx="7479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historique — Axelrod &amp; TourExec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 : tournois de Robert Axelrod (The Complexity of Cooperation).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TourExec = logiciel original en Fortran → source de vérité du contrat.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historiques repris tels quels : signature, gains, longueurs.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L'état interne d'une stratégie persiste d'un tour à l'autre.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0" y="1325880"/>
            <a:ext cx="301752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325880"/>
            <a:ext cx="82296" cy="2834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490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TourExec (Fortran)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97880" y="1856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du contrat d'exécution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97880" y="2286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897880" y="2953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du 2ᵉ tournoi d'Axelrod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97880" y="3520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: signature · matrice · longueurs de manches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Arena · The Survival Algorithm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47472"/>
            <a:ext cx="7479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contrat d'exécution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7863840" cy="1417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536192"/>
            <a:ext cx="7406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ENTRÉES 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opponent_last_move · current_turn · my_score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opponent_score · random_value · my_last_move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SORTIE  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0 | 1     </a:t>
            </a:r>
            <a:pPr algn="l"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 = Coopérer, 1 = Trahir)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3794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3063240"/>
            <a:ext cx="82296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2278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 du tour 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359359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Coups absents → -1. Une stratégie « nice » (TFT) coopère par défaut au premier tour.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09160" y="3063240"/>
            <a:ext cx="3794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3063240"/>
            <a:ext cx="82296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32278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État géré par le runner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359359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de stratégie réutilisée tour après tour : la fonction est rappelée sur la même instance stateful.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Arena · The Survival Algorithm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47472"/>
            <a:ext cx="7479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matrice de gain (T, R, P, S)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572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08760"/>
                <a:gridCol w="15087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Joueur \ Adv.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Coopère (0)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Trahit 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Coopère (0)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3 / R =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0 / T =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Trahit 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5 / S =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1 / P =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349240" y="14630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5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720840" y="1463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Tentation — seul je trahis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349240" y="212140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3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720840" y="21214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Récompense — coopération mutuelle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349240" y="277977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1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720840" y="277977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Punition — trahison mutuelle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349240" y="343814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0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720840" y="343814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Sucker — je coopère, l'autre trahit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8046720" cy="713232"/>
          </a:xfrm>
          <a:prstGeom prst="rect">
            <a:avLst/>
          </a:prstGeom>
          <a:solidFill>
            <a:srgbClr val="E6F0F4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977640"/>
            <a:ext cx="82296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7240" y="397764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&gt; R &gt; P &gt; S   et   2R &gt; T+S   ⇒   la coopération mutuelle est l'optimum de Pareto répété.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Arena · The Survival Algorithm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47472"/>
            <a:ext cx="7479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globale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804672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280160"/>
            <a:ext cx="82296" cy="9509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444752"/>
            <a:ext cx="621792" cy="6217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74" y="1606418"/>
            <a:ext cx="298460" cy="298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371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(SPA)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54480" y="1737360"/>
            <a:ext cx="6812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Editor (C# / Python)   ·   Chart.js + p5.js — visualisation live   ·   Arène Solo · Hall des Challenges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368296"/>
            <a:ext cx="804672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368296"/>
            <a:ext cx="82296" cy="9509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9808" y="2532888"/>
            <a:ext cx="621792" cy="6217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74" y="2694554"/>
            <a:ext cx="298460" cy="298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24597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(ASP.NET Core 9)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554480" y="2825496"/>
            <a:ext cx="6812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/arenaHub — évènements temps réel   ·   CRUD stratégies · leaderboard · matchmaker   ·   Persistance JSON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456432"/>
            <a:ext cx="804672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8640" y="3456432"/>
            <a:ext cx="82296" cy="95097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621024"/>
            <a:ext cx="621792" cy="621792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74" y="3782690"/>
            <a:ext cx="298460" cy="298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35478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Exécution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554480" y="3913632"/>
            <a:ext cx="6812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tournoi (DPI, round-robin)   ·   Roslyn (C#) · Pyodide (Python Wasm)   ·   Sandbox + timeout par tour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= exécution côté client (Wasm / interpréteur)   ·   </a:t>
            </a:r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Arène = exécution serveur   ·   </a:t>
            </a:r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: REST + SignalR (temps réel)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Arena · The Survival Algorithm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47472"/>
            <a:ext cx="7479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mode Solo — arène d'entraînement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Monaco — code ta stratégie en C# ou Python.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contre les 19 stratégies builtin, 5 longueurs, self-play inclus.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live progressif (rang 1 → dernier, score moyen / tour).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vues : Classement · Duels · Algorithmes (codex).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43600" y="1417320"/>
            <a:ext cx="2743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417320"/>
            <a:ext cx="82296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417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269480" y="1417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builtin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0" y="2496312"/>
            <a:ext cx="2743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496312"/>
            <a:ext cx="82296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49631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7269480" y="2496312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longueurs de manche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43600" y="3575304"/>
            <a:ext cx="2743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575304"/>
            <a:ext cx="82296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3575304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7269480" y="3575304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de l'arène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Arena · The Survival Algorithm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47472"/>
            <a:ext cx="7479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mode Arène — multijoueur en ligne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ASP.NET Core 9 + SignalR (/arenaHub).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: 1 stratégie / joueur, compilée via Roslyn (filtre des tokens interdits).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Tournoi périodique — BackgroundService, horaire par défaut.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Évènements temps réel émis aux clients connectés.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 d'évènements temps réel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" y="3611880"/>
            <a:ext cx="14813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66344" y="361188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947672" y="361188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148840" y="3611880"/>
            <a:ext cx="14813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148840" y="361188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30168" y="361188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831336" y="3611880"/>
            <a:ext cx="14813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31336" y="361188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12664" y="361188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513832" y="3611880"/>
            <a:ext cx="14813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13832" y="361188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995160" y="361188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7196328" y="3611880"/>
            <a:ext cx="14813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196328" y="361188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Arena · The Survival Algorithm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47472"/>
            <a:ext cx="7479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moteur de tournoi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9776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371600"/>
            <a:ext cx="82296" cy="3200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5361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Boucle de match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fraîche par match (état vierge).</a:t>
            </a:r>
            <a:endParaRPr lang="en-US" sz="13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des coups : 0/1, sinon coup forfait.</a:t>
            </a:r>
            <a:endParaRPr lang="en-US" sz="13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 via la matrice T,R,P,S.</a:t>
            </a:r>
            <a:endParaRPr lang="en-US" sz="13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tour par tour (score, coups).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886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371600"/>
            <a:ext cx="82296" cy="3200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Robustesse &amp; reproductibilité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37760" y="1938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longueurs de manche (Axelrod masquait la longueur)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937760" y="2267712"/>
            <a:ext cx="603504" cy="384048"/>
          </a:xfrm>
          <a:prstGeom prst="roundRect">
            <a:avLst>
              <a:gd name="adj" fmla="val 2857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226771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0136" y="2267712"/>
            <a:ext cx="603504" cy="384048"/>
          </a:xfrm>
          <a:prstGeom prst="roundRect">
            <a:avLst>
              <a:gd name="adj" fmla="val 2857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0136" y="226771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82512" y="2267712"/>
            <a:ext cx="603504" cy="384048"/>
          </a:xfrm>
          <a:prstGeom prst="roundRect">
            <a:avLst>
              <a:gd name="adj" fmla="val 2857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226771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104888" y="2267712"/>
            <a:ext cx="603504" cy="384048"/>
          </a:xfrm>
          <a:prstGeom prst="roundRect">
            <a:avLst>
              <a:gd name="adj" fmla="val 2857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04888" y="226771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827264" y="2267712"/>
            <a:ext cx="603504" cy="384048"/>
          </a:xfrm>
          <a:prstGeom prst="roundRect">
            <a:avLst>
              <a:gd name="adj" fmla="val 2857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27264" y="226771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37760" y="2788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+ self-play (robustesse face à un clone).</a:t>
            </a:r>
            <a:endParaRPr lang="en-US" sz="13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retenu = moyenne par tour sur l'ensemble des duels.</a:t>
            </a:r>
            <a:endParaRPr lang="en-US" sz="13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Graine RNG par match, journalisée.</a:t>
            </a:r>
            <a:endParaRPr lang="en-US" sz="13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SHA-256 des codes (anti-triche, reproductibilité).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Arena · The Survival Algorithm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47472"/>
            <a:ext cx="7479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&amp; simulation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p5.js : jetons C / D animés, scores cumulés, frise des coups, badge T/R/P/S.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reproductible — PRNG mulberry32 seedé.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Rejeu serveur (/api/replay) : tout duel animable, source non exposée.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: play / pause, vitesse, longueur, graine.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035040" y="1417320"/>
            <a:ext cx="2651760" cy="2926080"/>
          </a:xfrm>
          <a:prstGeom prst="rect">
            <a:avLst/>
          </a:prstGeom>
          <a:solidFill>
            <a:srgbClr val="21295C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0" y="1417320"/>
            <a:ext cx="82296" cy="2926080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0" y="1691640"/>
            <a:ext cx="822960" cy="82296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410" y="1905610"/>
            <a:ext cx="395021" cy="3950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220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Rejeu animé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1722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par tour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81928" y="35204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8192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48856" y="3520440"/>
            <a:ext cx="457200" cy="45720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48856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415784" y="35204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415784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982712" y="3520440"/>
            <a:ext cx="457200" cy="45720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98271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7220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Graine · Vitesse · Longueur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Arena · The Survival Algorithm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47472"/>
            <a:ext cx="7479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— sandboxing du code utilisateur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Menaces : boucles infinies · réseau · système de fichiers · mémoire.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9319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45920"/>
            <a:ext cx="82296" cy="2148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20409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19019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Serveur (Arène)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6060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Roslyn + filtre source (System.Net / IO / Reflection / Threading…).</a:t>
            </a:r>
            <a:endParaRPr lang="en-US" sz="125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 collectible — déchargement du code.</a:t>
            </a:r>
            <a:endParaRPr lang="en-US" sz="125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CPU par tour.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754880" y="1645920"/>
            <a:ext cx="39319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1645920"/>
            <a:ext cx="82296" cy="2148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87452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901" y="20409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60720" y="19019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(Solo)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983480" y="26060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Pyodide (Wasm) — Python dans le navigateur.</a:t>
            </a:r>
            <a:endParaRPr lang="en-US" sz="125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Interpréteur C# maison (sous-ensemble).</a:t>
            </a:r>
            <a:endParaRPr lang="en-US" sz="125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ne quitte jamais le navigateur.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3931920"/>
            <a:ext cx="8046720" cy="621792"/>
          </a:xfrm>
          <a:prstGeom prst="rect">
            <a:avLst/>
          </a:prstGeom>
          <a:solidFill>
            <a:srgbClr val="E6F0F4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3931920"/>
            <a:ext cx="82296" cy="621792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77240" y="39319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Filet ultime : </a:t>
            </a:r>
            <a:pPr algn="l"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statique de signature + timeout CPU par tour.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Arena · The Survival Algorithm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47472"/>
            <a:ext cx="7479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19 stratégies builtin (codex)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903720" y="1371600"/>
            <a:ext cx="1783080" cy="17830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03720" y="137160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903720" y="3200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61264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325880"/>
            <a:ext cx="82296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444752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21" y="159215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Coopératifs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17320" y="17465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· TF2T · Pavlov · AlwaysC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258568"/>
            <a:ext cx="61264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258568"/>
            <a:ext cx="82296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237744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21" y="252484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2350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Traîtres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17320" y="2679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Grim · AlwaysD · Tester · Joss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3191256"/>
            <a:ext cx="61264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191256"/>
            <a:ext cx="82296" cy="80467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3310128"/>
            <a:ext cx="566928" cy="56692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21" y="3457529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32826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Aléatoires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41732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· noisy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4114800"/>
            <a:ext cx="6126480" cy="621792"/>
          </a:xfrm>
          <a:prstGeom prst="rect">
            <a:avLst/>
          </a:prstGeom>
          <a:solidFill>
            <a:srgbClr val="E6F0F4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48640" y="4114800"/>
            <a:ext cx="82296" cy="621792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77240" y="411480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historiques : </a:t>
            </a:r>
            <a:pPr algn="l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k42r (Borufsen) · Champion · Graaskamp (k60r) · Dawes &amp; Batell (k80r)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Arena · The Survival Algorithm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47472"/>
            <a:ext cx="7479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technique &amp; livrables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254203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417320"/>
            <a:ext cx="82296" cy="2377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16736" y="164592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706" y="1859890"/>
            <a:ext cx="395021" cy="3950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258775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85800" y="299008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JS — site statique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· Chart.js · p5.js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Coloration C# &amp; Python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00984" y="1417320"/>
            <a:ext cx="254203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00984" y="1417320"/>
            <a:ext cx="82296" cy="2377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60520" y="164592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490" y="185989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38144" y="258775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529584" y="299008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9 + SignalR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Roslyn (compilation C#)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JSON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44768" y="1417320"/>
            <a:ext cx="254203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44768" y="1417320"/>
            <a:ext cx="82296" cy="23774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04304" y="1645920"/>
            <a:ext cx="822960" cy="82296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274" y="1859890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81928" y="258775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373368" y="299008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: 11 / 11 ✓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: 49 / 49 ✓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 : 0 pageerror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: </a:t>
            </a:r>
            <a:pPr algn="ctr" indent="0" marL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TourExec (Fortran) · docs/ARCHITECTURE.md · docs/arena.html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Arena · The Survival Algorithm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20624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plateforme qui rend le Dilemme du Prisonnier Itéré tangible et jouable.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possibles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1208" y="2423160"/>
            <a:ext cx="187452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" y="2423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JWT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96896" y="2423160"/>
            <a:ext cx="187452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96896" y="2423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72584" y="2423160"/>
            <a:ext cx="187452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72584" y="2423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Conteneurs gVisor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748272" y="2423160"/>
            <a:ext cx="187452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48272" y="2423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Matchmaker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3383280"/>
            <a:ext cx="82296" cy="868680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3832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la meilleure stratégie gagne.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 Moustapha  ·  Juillet 2026  ·  PD Arena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 Arena — The Survival Algorithm</dc:title>
  <dc:subject>PptxGenJS Presentation</dc:subject>
  <dc:creator>Garba Moustapha</dc:creator>
  <cp:lastModifiedBy>Garba Moustapha</cp:lastModifiedBy>
  <cp:revision>1</cp:revision>
  <dcterms:created xsi:type="dcterms:W3CDTF">2026-07-15T20:17:59Z</dcterms:created>
  <dcterms:modified xsi:type="dcterms:W3CDTF">2026-07-15T20:17:59Z</dcterms:modified>
</cp:coreProperties>
</file>